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First Verified Professional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Exclusively for Doctors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LinkedIn-style platform, purpose-built for MBBS/MD/MS professionals — networking, verified jobs &amp; hospital hiring, CME credits, and peer consultation in one trusted space.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Deck  •  Execution Roadmap  •  India Market Strategy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561320" y="489204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/home/claude/icons/FaUser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5165446"/>
            <a:ext cx="504749" cy="5047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platforms don't understand doctors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0472" y="2240280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Fa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177" y="243998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specialty-first search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cardiologist for locum cover or a hospital hiring a radiologist is buried in a general feed built for every industry.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8745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40280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Fa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537" y="243998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/ verification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profiles, unverified degrees, and irrelevant connection requests dilute the credibility doctors actually need.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51192" y="2240280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FaBriefcaseMed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897" y="2439985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job discovery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Locums, PHC postings, visiting consultant roles are scattered across WhatsApp groups, agents, and classifieds.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8745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31552" y="2240280"/>
            <a:ext cx="768096" cy="7680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icons/FaGraduation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257" y="243998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CME / compliance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18320" y="3840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council CME-credit requirements are tracked manually — no single place logs webinars, certificates, and renewals.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5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network. Only doctors. Full trust.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keeps the LinkedIn mental model — profile, feed, jobs, connections — but rebuilds every layer around a single profession: verified doctors, hospitals, and clinics.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7432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icons/Fa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235" y="29333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Identity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+ State Medical Council registration checked at sign-up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0128" y="24231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24528" y="27432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icons/FaBriefcaseMed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723" y="29333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Doctor-only Jobs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38728" y="42062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clinics post full-time, locum &amp; consultant roles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24231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86016" y="27432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icons/Fa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11" y="293339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Networking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00216" y="42062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discussions, referrals, second opinions among peers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833104" y="24231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747504" y="27432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/home/claude/icons/FaGraduation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7699" y="293339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15984" y="3657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CME &amp; Compliance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061704" y="42062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continuing-education credits required for license renewal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user types, one verified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37560" cy="39776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FaUser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396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Doctors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MBBS, MD/MS, DM/MCh, dentists, AYUSH practitioners. Build a verified profile, network, apply to roles, earn CME credits.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BASE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0" y="1874520"/>
            <a:ext cx="3337560" cy="39776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21945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icons/Fa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239664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&amp; Clinics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34840" y="36576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institutional accounts. Post jobs, search specialists by location &amp; availability, manage visiting consultants.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43484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680960" y="1874520"/>
            <a:ext cx="3337560" cy="39776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0100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icons/FaLaptopMed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082" y="239664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1000" y="3200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Institutions &amp; NGOs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001000" y="36576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colleges, IMA chapters, health NGOs hosting CME events, fellowships, and rural-postings drives.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00100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PARTNERS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Doctor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entire product. Every profile is checked before it goes live — this single feature differentiates DocConnect from every general network.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(National Medical Commission) registration number verified at sign-up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083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Medical Council registration cross-checked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0215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Degree, specialty &amp; sub-specialty (MBBS, MD, MS, DM, MCh, AYUSH)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2394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affiliations, years of experience, publications &amp; awards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7375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457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verified badge shown across profile, posts &amp; job applications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1554480"/>
            <a:ext cx="4206240" cy="4572000"/>
          </a:xfrm>
          <a:prstGeom prst="roundRect">
            <a:avLst>
              <a:gd name="adj" fmla="val 3043"/>
            </a:avLst>
          </a:prstGeom>
          <a:solidFill>
            <a:srgbClr val="015158"/>
          </a:solidFill>
          <a:ln/>
          <a:effectLst>
            <a:outerShdw sx="100000" sy="100000" kx="0" ky="0" algn="bl" rotWithShape="0" blurRad="127000" dist="50800" dir="5400000">
              <a:srgbClr val="1B3A3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26680" y="18745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0" descr="/home/claude/icons/FaUser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0574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Anjali Rao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68680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Cardiologist  •  Fortis, Gurugram</a:t>
            </a:r>
            <a:endParaRPr lang="en-US" sz="1050" dirty="0"/>
          </a:p>
        </p:txBody>
      </p:sp>
      <p:pic>
        <p:nvPicPr>
          <p:cNvPr id="20" name="Image 1" descr="/home/claude/icons/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48716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942832" y="2468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Verified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726680" y="2971800"/>
            <a:ext cx="3566160" cy="0"/>
          </a:xfrm>
          <a:prstGeom prst="line">
            <a:avLst/>
          </a:prstGeom>
          <a:noFill/>
          <a:ln w="12700">
            <a:solidFill>
              <a:srgbClr val="2D6A6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2668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50976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MCI/2011/458213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72668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950976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years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772668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50976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Interventional Cardiology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72668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50976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Locum — Weekends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7726680" y="52578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32" name="Text 28"/>
          <p:cNvSpPr/>
          <p:nvPr/>
        </p:nvSpPr>
        <p:spPr>
          <a:xfrm>
            <a:off x="7726680" y="5257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Profile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&amp; Hospital Hiring 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LinkedIn Jobs equivalent — but every listing is posted by a verified hospital or clinic, and every applicant is a verified doctor.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Fa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9571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0487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Full-time &amp; Consultant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28800" y="286207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OPD, IPD, and senior consultant roles posted directly by verified hospitals.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7432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icons/FaExchang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890" y="29571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40487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Locum / Part-time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23760" y="286207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&amp; evening cover, temporary duty postings — India's doctor gig economy, structured.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9834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icons/FaMapMarked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51974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6451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&amp; PHC Postings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828800" y="510235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 &amp; NGO rural postings surfaced with incentive details in one place.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0" y="438912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0" y="49834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Fa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890" y="519745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6451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Specialty-first Search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223760" y="510235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specialty, city, radius, availability — find a radiologist near you in seconds.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5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Networking Feed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feed built around clinical value, not viral content — every post is from a verified peer.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Fa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4624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500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case discussions with strict patient-privacy rules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icons/Fa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23971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27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journal sharing across specialties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/home/claude/icons/Fa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01695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9044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referrals — send a complex case straight to a specialist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/home/claude/icons/FaGraduation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79419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6817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webinar &amp; event announcements in-feed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223760" y="1463040"/>
            <a:ext cx="4480560" cy="4709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021A1D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49808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4" descr="/home/claude/icons/FaUserM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84708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3816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Karan Mehta  •  Orthopedics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138160" y="19933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a case  •  2h ago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7498080" y="2423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tibial plateau fracture — seeking second opinion on fixation approach for a 62-yo patient with osteoporosis. DMs open for peer review.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7498080" y="3566160"/>
            <a:ext cx="393192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49808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comments   •   Referred to 3 specialists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7498080" y="416052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4F9F8"/>
          </a:solidFill>
          <a:ln/>
        </p:spPr>
      </p:sp>
      <p:pic>
        <p:nvPicPr>
          <p:cNvPr id="26" name="Image 5" descr="/home/claude/icons/FaGraduationC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43434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75320" y="4343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Webinar: Advances in Arrhythmia Management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772668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Cardiological Society of India  •  2 CME credits  •  July 20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7726680" y="53035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30" name="Text 22"/>
          <p:cNvSpPr/>
          <p:nvPr/>
        </p:nvSpPr>
        <p:spPr>
          <a:xfrm>
            <a:off x="7726680" y="53035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DIFFERENTIATORS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Indian doctors actually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FaGraduation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0677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76479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CME Credit Tracker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65960" y="21488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Medical Council mandates CME credits for license renewal. DocConnect logs webinars attended, issues certificates, and shows a running credit total per doctor — a genuine daily-use reason to open the app.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49300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FaExchang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370697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36499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Locum &amp; Part-time Marketplace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65960" y="37490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Indian doctors take weekend or evening locum work outside their primary job. A structured, verified 'gig board' formalizes a market that today runs informally through WhatsApp groups and word of mouth.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3A3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93208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Fa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530717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96519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&amp; Second-Opinion Network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65960" y="53492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refer a patient to a trusted specialist, with case notes attached — replacing scattered phone calls and personal contacts with a trackable, professional referral trail.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DIFFERENTIATORS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ideas to strengthen the moat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FaMapMarked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899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3852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Healthcare Incentive 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government &amp; NGO incentive schemes for rural / PHC postings — a social-good angle that also drives partnerships and PR.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0" y="1737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011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228" y="21899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3852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 &amp; Medical College Integration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17920" y="26517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Indian Medical Association and medical colleges for instant credibility and a built-in launch audience.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FaFil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2931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 Seat &amp; Fellowship Board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754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space for NEET-PG counseling discussion, fellowship postings, and exam-prep peer groups.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0" y="38404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4114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FaMoneyBill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42931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04164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Pharma / Equipment Marketplace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17920" y="4754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Consent-based, non-intrusive channel for pharma &amp; med-tech companies to reach verified specialists — opt-in only.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streams, doctors stay free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membership for individual doctors stays free to maximize network density; monetization sits on the institutional and premium layers.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8090">
              <a:alpha val="7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5915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icons/Fa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250655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0428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Job Listings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20640" y="230428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clinics pay per listing or via monthly hiring plans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8090">
              <a:alpha val="7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4107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icons/Fa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355811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5584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Verified+ Profile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120640" y="335584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specialists pay for enhanced visibility, analytics &amp; priority placement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8090">
              <a:alpha val="7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46227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icons/FaGraduation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460967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40740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CME Hosting Fees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20640" y="440740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societies &amp; colleges pay to host and certify CME webinars on-platform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28090">
              <a:alpha val="7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55138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/home/claude/icons/FaMoneyBill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566123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54589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Opt-in Pharma Channel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120640" y="545896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consent-based product updates from verified pharma/med-tech partners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Non-negotiables from day 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entire value proposition — a single compliance failure undermines the whole platform.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Fa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4185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67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NMC Verification at Onboarding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doctor's registration number is checked against NMC/State Council records before the profile goes live.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2402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icons/Fa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228" y="24185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167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Data Privacy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17920" y="288036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identifiable patient information permitted anywhere on the platform — case discussions stay strictly anonymized.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343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icons/Fa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5217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7024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Profile Detection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49834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+ manual review flags unverified or suspicious accounts immediately, before they can interact.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943600" y="40690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3A3F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0" y="43434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icons/FaFile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45217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27024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Compliance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217920" y="49834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India's Digital Personal Data Protection (DPDP) Act requirements from the architecture stage, not as an afterthought.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Roadmap — Phased Rollout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(Month 1–3)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297180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12724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0083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NMC-verified sign-up &amp; profile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667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feed + connections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443984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251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job posting for pilot hospitals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1023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983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1 city (e.g. Delhi-NCR)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3A3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965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25856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Marketplace (Month 4–7)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2971800" cy="0"/>
          </a:xfrm>
          <a:prstGeom prst="line">
            <a:avLst/>
          </a:prstGeom>
          <a:noFill/>
          <a:ln w="12700">
            <a:solidFill>
              <a:srgbClr val="2D6A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127248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083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board with applications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78561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6667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Hospital/clinic verified accounts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443984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3251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Locum marketplace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5102352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983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0" y="19659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225856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Differentiation (Month 8–12)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12480" y="2880360"/>
            <a:ext cx="297180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312724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8641080" y="30083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 credit tracker + webinars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378561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8641080" y="36667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&amp; second-opinion tools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4443984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8641080" y="43251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 / medical college partnerships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5102352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8641080" y="4983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5+ metro cities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5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one city, then one specialty network at a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0320" cy="37947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40280" y="22219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icons/FaGlobeAs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926" y="236463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City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one metro (Delhi-NCR / Bengaluru) with dense hospital &amp; medical-college presence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10128" y="1965960"/>
            <a:ext cx="2560320" cy="37947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38728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001768" y="22219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/home/claude/icons/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14" y="2364638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Partners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38728" y="338328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10–15 hospitals + 1 medical association for credibility and initial job supply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071616" y="1965960"/>
            <a:ext cx="2560320" cy="37947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0216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7763256" y="22219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/home/claude/icons/FaGraduation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02" y="2364638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0216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&amp; PG Wedge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0216" y="338328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residents/PGs first — highest daily engagement, fastest word-of-mouth spread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8833104" y="1965960"/>
            <a:ext cx="2560320" cy="3794760"/>
          </a:xfrm>
          <a:prstGeom prst="roundRect">
            <a:avLst>
              <a:gd name="adj" fmla="val 4286"/>
            </a:avLst>
          </a:prstGeom>
          <a:solidFill>
            <a:srgbClr val="028090">
              <a:alpha val="75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061704" y="21671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0524744" y="22219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3" descr="/home/claude/icons/Fa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390" y="2364638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1704" y="28803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by Specialty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061704" y="3383280"/>
            <a:ext cx="2103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city-by-city, then deepen specialty-specific communities (cardiology, ortho, etc.)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DocConnect  |  India's Verified Doctor Network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5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concept to a working pilot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demand: interview 20–30 doctors &amp; 5–10 hospitals in the seed city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clickable prototype of profile, feed &amp; job board for user testing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44728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NMC/State Council verification workflow — the trust foundation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1239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10565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1–2 medical colleges or IMA chapters for pilot partnership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78231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82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5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76402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closed-beta MVP with 200–300 verified doctors in one city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FC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DocConnect — India's Verified Doctor Network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2026-07-12T16:13:38Z</dcterms:created>
  <dcterms:modified xsi:type="dcterms:W3CDTF">2026-07-12T16:13:38Z</dcterms:modified>
</cp:coreProperties>
</file>